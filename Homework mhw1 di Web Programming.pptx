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c675850a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c675850a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c675850ad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c675850ad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c675850ad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c675850ad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c675850ad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c675850ad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c675850ad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c675850ad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c675850ad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c675850ad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Homework mhw1 di Web Programming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Link del sito di ispirazione: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https://www.pianetahobby.it/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Immagini relative al sito: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7901900" y="0"/>
            <a:ext cx="1310700" cy="1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7091999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4496"/>
            <a:ext cx="9144003" cy="4634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08074"/>
            <a:ext cx="9144003" cy="4527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5750"/>
            <a:ext cx="9144003" cy="457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8777"/>
            <a:ext cx="9144003" cy="4705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6820"/>
            <a:ext cx="9144003" cy="4589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